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161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Задачи: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Разработать архитектуру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Реализовать API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Написать тесты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Подготовить документацию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Провести тестирование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BBA0B2-CB0B-46D9-92BA-FDB723E67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Задачи: - Разработать архитектуру - Реализовать API - Написать тесты - Подготовить документацию - Провести тестирование</a:t>
            </a:r>
            <a:r>
              <a:rPr kumimoji="0" lang="ru-RU" altLang="ru-RU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0A0DC4-AF5F-47E7-B61B-1BB9DA308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Задачи: - Разработать архитектуру - Реализовать API - Написать тесты - Подготовить документацию - Провести тестирование</a:t>
            </a:r>
            <a:r>
              <a:rPr kumimoji="0" lang="ru-RU" altLang="ru-RU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Выводы:</a:t>
            </a:r>
          </a:p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- Архитектура разработана</a:t>
            </a:r>
          </a:p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- API реализован</a:t>
            </a:r>
          </a:p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- Тесты написаны</a:t>
            </a:r>
          </a:p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- Документация подготовлена</a:t>
            </a:r>
          </a:p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- Тестирование проведено</a:t>
            </a:r>
            <a:endParaRPr lang="ru-RU" dirty="0"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5F608B-BCB6-4B32-B43C-6B1DFB651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Выводы: - Архитектура разработана - API реализован - Тесты написаны - Документация подготовлена - Тестирование проведено</a:t>
            </a:r>
            <a:r>
              <a:rPr kumimoji="0" lang="ru-RU" altLang="ru-RU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50EF5A-ABAF-4A52-B72C-D9C7AAFEF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Выводы: - Архитектура разработана - API реализован - Тесты написаны - Документация подготовлена - Тестирование проведено</a:t>
            </a:r>
            <a:r>
              <a:rPr kumimoji="0" lang="ru-RU" altLang="ru-RU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62471-8460-4EAF-B67A-3BF7A71D1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Выводы: - Архитектура разработана - API реализован - Тесты написаны - Документация подготовлена - Тестирование проведено</a:t>
            </a:r>
            <a:r>
              <a:rPr kumimoji="0" lang="ru-RU" altLang="ru-RU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D04C50-8EEE-440E-BF87-073FB40F1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Выводы: - Архитектура разработана - API реализован - Тесты написаны - Документация подготовлена - Тестирование проведено</a:t>
            </a:r>
            <a:r>
              <a:rPr kumimoji="0" lang="ru-RU" altLang="ru-RU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446</Words>
  <Application>Microsoft Office PowerPoint</Application>
  <PresentationFormat>Экран (4:3)</PresentationFormat>
  <Paragraphs>84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Menlo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4</cp:revision>
  <dcterms:modified xsi:type="dcterms:W3CDTF">2026-05-05T20:31:10Z</dcterms:modified>
</cp:coreProperties>
</file>