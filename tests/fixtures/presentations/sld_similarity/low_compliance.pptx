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Задачи: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Разработать архитектуру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Реализовать API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Написать тесты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Подготовить документацию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Провести тестирование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Выводы: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Архитектура разработана</a:t>
            </a:r>
          </a:p>
          <a:p>
            <a:pPr lvl="0" indent="-381000">
              <a:buClr>
                <a:schemeClr val="dk1"/>
              </a:buClr>
              <a:buSzPts val="2400"/>
            </a:pPr>
            <a:r>
              <a:rPr lang="ru-RU" sz="2400" dirty="0">
                <a:solidFill>
                  <a:schemeClr val="dk1"/>
                </a:solidFill>
              </a:rPr>
              <a:t>- API реализован</a:t>
            </a:r>
            <a:endParaRPr dirty="0"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Экран (4:3)</PresentationFormat>
  <Paragraphs>75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4</cp:revision>
  <dcterms:modified xsi:type="dcterms:W3CDTF">2026-05-05T20:33:37Z</dcterms:modified>
</cp:coreProperties>
</file>