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463D2F-6552-4F58-AAD4-21112E0C4F76}">
  <a:tblStyle styleId="{5A463D2F-6552-4F58-AAD4-21112E0C4F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155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a32bfd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a32bfd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a32bfd86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5a32bfd86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a32bfd86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a32bfd86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a32bfd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a32bfd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77670eeee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77670eeee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5a32bfd86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5a32bfd86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org/%E2%80%A6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hyperlink" Target="https://my_web_app.com/" TargetMode="External"/><Relationship Id="rId4" Type="http://schemas.openxmlformats.org/officeDocument/2006/relationships/hyperlink" Target="https://play.google.com/store/apps/details?id=my.app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Тема дипломной работы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74750" y="4871300"/>
            <a:ext cx="87945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Выполнил: 									Иванов Иван Иванович, гр. 5381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Руководитель:							Петров Петр Петрович, к.т.н., доцент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Консультант:                         	Сергеев Сергей Сергеевич, д.т.н., с.н.с, НИИ “....”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0"/>
            <a:ext cx="91440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Санкт-Петербургский государственный электротехнический университет им. 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В.И. Ульянова (Ленина)</a:t>
            </a:r>
            <a:endParaRPr sz="1800"/>
          </a:p>
        </p:txBody>
      </p:sp>
      <p:sp>
        <p:nvSpPr>
          <p:cNvPr id="57" name="Google Shape;57;p13"/>
          <p:cNvSpPr txBox="1"/>
          <p:nvPr/>
        </p:nvSpPr>
        <p:spPr>
          <a:xfrm>
            <a:off x="0" y="6408300"/>
            <a:ext cx="9144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Санкт-Петербург, </a:t>
            </a:r>
            <a:r>
              <a:rPr lang="en" sz="1800">
                <a:highlight>
                  <a:srgbClr val="FF0000"/>
                </a:highlight>
              </a:rPr>
              <a:t>ГОД</a:t>
            </a:r>
            <a:endParaRPr sz="1800"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Цель и задачи</a:t>
            </a:r>
            <a:endParaRPr lang="en-US"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Актуальность: ручное распознавание 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занимает слишком много времени,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имеет низкую точность.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Цель</a:t>
            </a:r>
            <a:r>
              <a:rPr lang="en" sz="2400" dirty="0">
                <a:solidFill>
                  <a:srgbClr val="000000"/>
                </a:solidFill>
              </a:rPr>
              <a:t>: автоматизировать распознавание изображений.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Задачи</a:t>
            </a:r>
            <a:r>
              <a:rPr lang="en" sz="2400" dirty="0">
                <a:solidFill>
                  <a:srgbClr val="000000"/>
                </a:solidFill>
              </a:rPr>
              <a:t>: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1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2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3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4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1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aphicFrame>
        <p:nvGraphicFramePr>
          <p:cNvPr id="71" name="Google Shape;71;p15"/>
          <p:cNvGraphicFramePr/>
          <p:nvPr/>
        </p:nvGraphicFramePr>
        <p:xfrm>
          <a:off x="311675" y="1536625"/>
          <a:ext cx="7913100" cy="4021170"/>
        </p:xfrm>
        <a:graphic>
          <a:graphicData uri="http://schemas.openxmlformats.org/drawingml/2006/table">
            <a:tbl>
              <a:tblPr>
                <a:noFill/>
                <a:tableStyleId>{5A463D2F-6552-4F58-AAD4-21112E0C4F76}</a:tableStyleId>
              </a:tblPr>
              <a:tblGrid>
                <a:gridCol w="197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Импорт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Экспорт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Скорость, Кб/с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1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2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0.3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3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0.6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4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100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Google Shape;72;p15"/>
          <p:cNvSpPr txBox="1"/>
          <p:nvPr/>
        </p:nvSpPr>
        <p:spPr>
          <a:xfrm>
            <a:off x="322925" y="5773000"/>
            <a:ext cx="7913100" cy="10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Пример таблицы сравнения аналогов.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2</a:t>
            </a:r>
            <a:endParaRPr dirty="0"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5868882"/>
            <a:ext cx="852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Пример схемы.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3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размещения формулы в на слайде.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где Si - элементы последовательности, Ki - функционалы над пространством.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7900" y="2065775"/>
            <a:ext cx="3488199" cy="18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4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</a:t>
            </a:r>
            <a:r>
              <a:rPr lang="en" dirty="0"/>
              <a:t>аключение</a:t>
            </a:r>
            <a:endParaRPr dirty="0"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 dirty="0">
                <a:solidFill>
                  <a:schemeClr val="dk1"/>
                </a:solidFill>
              </a:rPr>
              <a:t>Проделанный обзор методов показал необходимость разработки ...</a:t>
            </a:r>
            <a:endParaRPr sz="2400"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 dirty="0">
                <a:solidFill>
                  <a:schemeClr val="dk1"/>
                </a:solidFill>
              </a:rPr>
              <a:t>Сформулированы критерии ...</a:t>
            </a:r>
            <a:endParaRPr sz="2400"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 dirty="0">
                <a:solidFill>
                  <a:schemeClr val="dk1"/>
                </a:solidFill>
              </a:rPr>
              <a:t>Спроектировано и опубликовано приложение для …, позволяющее ….</a:t>
            </a:r>
            <a:endParaRPr sz="2400"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 dirty="0">
                <a:solidFill>
                  <a:schemeClr val="dk1"/>
                </a:solidFill>
              </a:rPr>
              <a:t>Экспериментальное исследование скорости работы приложения показало, что …. На 10000% быстрее чем</a:t>
            </a:r>
            <a:endParaRPr sz="2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</a:rPr>
              <a:t>Дальнейшие направления исследований включают в себя ...</a:t>
            </a:r>
            <a:endParaRPr sz="2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106" name="Google Shape;106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Апробация работы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268300"/>
            <a:ext cx="8709300" cy="48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«Почему важно указывать все свои результаты во время защиты диплома?» // Конференция ППС СПбГЭТУ «ЛЭТИ», 2019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Иванов И.И., Петров П.П. Как сформировать впечатление в процессе защиты // Известия СПБГЭТУ “ЛЭТИ”. 2019. Т. 42. № 13. С. 299–315.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Репозиторий проекта </a:t>
            </a:r>
            <a:r>
              <a:rPr lang="en" sz="2400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https://github.org/my_diploma_sources_repo</a:t>
            </a:r>
            <a:r>
              <a:rPr lang="en" sz="2400">
                <a:solidFill>
                  <a:srgbClr val="000000"/>
                </a:solidFill>
              </a:rPr>
              <a:t>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Опубликованное приложение  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LINK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Развернутое приложение в сети Интернет </a:t>
            </a:r>
            <a:r>
              <a:rPr lang="en" sz="2400" u="sng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https://my_web_app.com/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113" name="Google Shape;113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6000" y="374130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7223375" y="5649425"/>
            <a:ext cx="16089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DEMO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3047242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Запасные слайды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Практическая значимость</a:t>
            </a:r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600" y="1356874"/>
            <a:ext cx="5406800" cy="45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576500" y="5924825"/>
            <a:ext cx="77454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Ускорение обработки при горизонтальном масштабировании.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360</Words>
  <Application>Microsoft Office PowerPoint</Application>
  <PresentationFormat>Экран (4:3)</PresentationFormat>
  <Paragraphs>76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Arial</vt:lpstr>
      <vt:lpstr>Simple Light</vt:lpstr>
      <vt:lpstr>Тема дипломной работы</vt:lpstr>
      <vt:lpstr>Цель и задачи</vt:lpstr>
      <vt:lpstr>Задача 1</vt:lpstr>
      <vt:lpstr>Задача 2</vt:lpstr>
      <vt:lpstr>Задача 3</vt:lpstr>
      <vt:lpstr>Задача 4</vt:lpstr>
      <vt:lpstr>Таключение</vt:lpstr>
      <vt:lpstr>Апробация работы</vt:lpstr>
      <vt:lpstr>Запасные слайды</vt:lpstr>
      <vt:lpstr>Практическая значимость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дипломной работы</dc:title>
  <dc:creator>AlphaXeon</dc:creator>
  <cp:lastModifiedBy>Kilka s Tomatami</cp:lastModifiedBy>
  <cp:revision>6</cp:revision>
  <dcterms:modified xsi:type="dcterms:W3CDTF">2026-05-05T20:34:27Z</dcterms:modified>
</cp:coreProperties>
</file>