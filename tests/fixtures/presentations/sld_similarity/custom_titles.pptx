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Задачи работы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Выводы</a:t>
            </a:r>
            <a:endParaRPr dirty="0"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Сформулированы критерии ...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358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Задачи работы</vt:lpstr>
      <vt:lpstr>Задача 1</vt:lpstr>
      <vt:lpstr>Задача 2</vt:lpstr>
      <vt:lpstr>Задача 3</vt:lpstr>
      <vt:lpstr>Задача 4</vt:lpstr>
      <vt:lpstr>Выводы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5</cp:revision>
  <dcterms:modified xsi:type="dcterms:W3CDTF">2026-05-05T20:34:10Z</dcterms:modified>
</cp:coreProperties>
</file>