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Задачи: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Разработать архитектуру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Реализовать API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Написать тесты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Подготовить документацию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Провести тестирование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Заключение</a:t>
            </a:r>
            <a:endParaRPr dirty="0"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Выводы: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Архитектура разработана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API реализован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Тесты написаны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>
                <a:solidFill>
                  <a:schemeClr val="dk1"/>
                </a:solidFill>
              </a:rPr>
              <a:t>- Документация подготовлена</a:t>
            </a:r>
            <a:endParaRPr lang="ru-RU"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341</Words>
  <Application>Microsoft Office PowerPoint</Application>
  <PresentationFormat>Экран (4:3)</PresentationFormat>
  <Paragraphs>77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5</cp:revision>
  <dcterms:modified xsi:type="dcterms:W3CDTF">2026-05-05T20:31:41Z</dcterms:modified>
</cp:coreProperties>
</file>