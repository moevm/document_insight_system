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lang="en-US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Задачи: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1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2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3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4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5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6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7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8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9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Задача 10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9D8857-3981-4D96-A455-5F04BA5B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Задачи: - Задача 1 - Задача 2 - Задача 3 - Задача 4 - Задача 5 - Задача 6 - Задача 7 - Задача 8 - Задача 9 - Задача 10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Заключение</a:t>
            </a:r>
            <a:endParaRPr dirty="0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Выводы: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Задача 1 выполнена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Задача 2 выполнена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Задача 3 выполнена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Задача 4 выполнена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>
                <a:solidFill>
                  <a:schemeClr val="dk1"/>
                </a:solidFill>
              </a:rPr>
              <a:t>- Задача 5 выполнена</a:t>
            </a: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396</Words>
  <Application>Microsoft Office PowerPoint</Application>
  <PresentationFormat>Экран (4:3)</PresentationFormat>
  <Paragraphs>84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Menlo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7</cp:revision>
  <dcterms:modified xsi:type="dcterms:W3CDTF">2026-05-05T20:35:02Z</dcterms:modified>
</cp:coreProperties>
</file>