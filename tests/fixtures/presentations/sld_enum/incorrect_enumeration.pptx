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Тема дипломной работы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 dirty="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3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/>
              <a:t>2</a:t>
            </a:r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Апробация работы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Практическая значимость</a:t>
            </a:r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Ускорение обработки при горизонтальном масштабировании.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359</Words>
  <Application>Microsoft Office PowerPoint</Application>
  <PresentationFormat>Экран (4:3)</PresentationFormat>
  <Paragraphs>76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2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11</cp:revision>
  <dcterms:modified xsi:type="dcterms:W3CDTF">2026-05-05T20:28:04Z</dcterms:modified>
</cp:coreProperties>
</file>