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Тема дипломной работы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 dirty="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</a:t>
            </a:r>
            <a:fld id="{00000000-1234-1234-1234-123412341234}" type="slidenum">
              <a:rPr lang="en" smtClean="0"/>
              <a:t>2</a:t>
            </a:fld>
            <a:r>
              <a:rPr lang="en-US" dirty="0"/>
              <a:t>”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dirty="0"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361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14</cp:revision>
  <dcterms:modified xsi:type="dcterms:W3CDTF">2026-05-05T20:29:15Z</dcterms:modified>
</cp:coreProperties>
</file>