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>
                <a:solidFill>
                  <a:srgbClr val="000000"/>
                </a:solidFill>
              </a:rPr>
              <a:t>Задача 3</a:t>
            </a:r>
            <a:endParaRPr lang="en"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357</Words>
  <Application>Microsoft Office PowerPoint</Application>
  <PresentationFormat>Экран (4:3)</PresentationFormat>
  <Paragraphs>75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Тема дипломной работы</vt:lpstr>
      <vt:lpstr>Цель и задачи</vt:lpstr>
      <vt:lpstr>Задача 1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5</cp:revision>
  <dcterms:modified xsi:type="dcterms:W3CDTF">2026-05-05T20:04:44Z</dcterms:modified>
</cp:coreProperties>
</file>