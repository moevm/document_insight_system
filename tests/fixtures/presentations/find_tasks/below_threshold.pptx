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lang="ru-RU"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5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6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7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8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367</Words>
  <Application>Microsoft Office PowerPoint</Application>
  <PresentationFormat>Экран (4:3)</PresentationFormat>
  <Paragraphs>80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4</cp:revision>
  <dcterms:modified xsi:type="dcterms:W3CDTF">2026-05-05T20:03:57Z</dcterms:modified>
</cp:coreProperties>
</file>