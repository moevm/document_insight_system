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655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351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9124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478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4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5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6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7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8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9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10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393797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</a:t>
            </a:r>
            <a:r>
              <a:rPr lang="ru-RU" dirty="0"/>
              <a:t>6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569488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1419018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</a:t>
            </a:r>
            <a:r>
              <a:rPr lang="ru-RU" dirty="0"/>
              <a:t>8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1730545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523</Words>
  <Application>Microsoft Office PowerPoint</Application>
  <PresentationFormat>Экран (4:3)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Задача 5</vt:lpstr>
      <vt:lpstr>Задача 6</vt:lpstr>
      <vt:lpstr>Задача 7</vt:lpstr>
      <vt:lpstr>Задача 8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7</cp:revision>
  <dcterms:modified xsi:type="dcterms:W3CDTF">2026-05-05T20:06:08Z</dcterms:modified>
</cp:coreProperties>
</file>