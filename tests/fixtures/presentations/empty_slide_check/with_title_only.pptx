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Тема дипломной работы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1</a:t>
            </a:r>
            <a:endParaRPr dirty="0"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251</Words>
  <Application>Microsoft Office PowerPoint</Application>
  <PresentationFormat>Экран (4:3)</PresentationFormat>
  <Paragraphs>50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5</cp:revision>
  <dcterms:modified xsi:type="dcterms:W3CDTF">2026-05-05T19:57:23Z</dcterms:modified>
</cp:coreProperties>
</file>