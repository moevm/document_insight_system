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Санкт-Петербургский государственный электротехнический университет им. 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В.И. Ульянова (Ленина)</a:t>
            </a:r>
            <a:endParaRPr sz="1800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Санкт-Петербург, </a:t>
            </a:r>
            <a:r>
              <a:rPr lang="en" sz="1800" dirty="0">
                <a:highlight>
                  <a:srgbClr val="FF0000"/>
                </a:highlight>
              </a:rPr>
              <a:t>ГОД</a:t>
            </a:r>
            <a:endParaRPr sz="1800" dirty="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1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App 4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100</a:t>
                      </a:r>
                      <a:endParaRPr sz="2400" dirty="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Пример таблицы сравнения аналогов.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359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7</cp:revision>
  <dcterms:modified xsi:type="dcterms:W3CDTF">2026-05-05T19:59:07Z</dcterms:modified>
</cp:coreProperties>
</file>