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A463D2F-6552-4F58-AAD4-21112E0C4F76}">
  <a:tblStyle styleId="{5A463D2F-6552-4F58-AAD4-21112E0C4F7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155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5a32bfd86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5a32bfd86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5a32bfd86c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5a32bfd86c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5a32bfd86c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5a32bfd86c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5a32bfd86c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5a32bfd86c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77670ee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77670eee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5a32bfd86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5a32bfd86c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5a32bfd86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5a32bfd86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77670eeeea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77670eeeea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5a32bfd86c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5a32bfd86c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org/%E2%80%A6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hyperlink" Target="https://my_web_app.com/" TargetMode="External"/><Relationship Id="rId4" Type="http://schemas.openxmlformats.org/officeDocument/2006/relationships/hyperlink" Target="https://play.google.com/store/apps/details?id=my.app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Тема дипломной работы</a:t>
            </a:r>
            <a:endParaRPr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174750" y="4871300"/>
            <a:ext cx="8794500" cy="112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000000"/>
                </a:solidFill>
              </a:rPr>
              <a:t>Выполнил: 									Иванов Иван Иванович, гр. 5381</a:t>
            </a:r>
            <a:endParaRPr sz="18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000000"/>
                </a:solidFill>
              </a:rPr>
              <a:t>Руководитель:							Петров Петр Петрович, к.т.н., доцент</a:t>
            </a:r>
            <a:endParaRPr sz="18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000000"/>
                </a:solidFill>
              </a:rPr>
              <a:t>Консультант:                         	Сергеев Сергей Сергеевич, д.т.н., с.н.с, НИИ “....”</a:t>
            </a:r>
            <a:endParaRPr sz="1800" dirty="0">
              <a:solidFill>
                <a:srgbClr val="000000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0" y="0"/>
            <a:ext cx="9144000" cy="7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Санкт-Петербургский государственный электротехнический университет им. </a:t>
            </a:r>
            <a:endParaRPr sz="18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В.И. Ульянова (Ленина)</a:t>
            </a:r>
            <a:endParaRPr sz="1800" dirty="0"/>
          </a:p>
        </p:txBody>
      </p:sp>
      <p:sp>
        <p:nvSpPr>
          <p:cNvPr id="57" name="Google Shape;57;p13"/>
          <p:cNvSpPr txBox="1"/>
          <p:nvPr/>
        </p:nvSpPr>
        <p:spPr>
          <a:xfrm>
            <a:off x="0" y="6408300"/>
            <a:ext cx="91440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Санкт-Петербург, </a:t>
            </a:r>
            <a:r>
              <a:rPr lang="en" sz="1800" dirty="0">
                <a:highlight>
                  <a:srgbClr val="FF0000"/>
                </a:highlight>
              </a:rPr>
              <a:t>ГОД</a:t>
            </a:r>
            <a:endParaRPr sz="1800" dirty="0">
              <a:highlight>
                <a:srgbClr val="FF0000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Цель и задачи</a:t>
            </a:r>
            <a:endParaRPr dirty="0"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Актуальность: ручное распознавание 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занимает слишком много времени,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имеет низкую точность.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00"/>
                </a:solidFill>
              </a:rPr>
              <a:t>Цель</a:t>
            </a:r>
            <a:r>
              <a:rPr lang="en" sz="2400" dirty="0">
                <a:solidFill>
                  <a:srgbClr val="000000"/>
                </a:solidFill>
              </a:rPr>
              <a:t>: автоматизировать распознавание изображений.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00"/>
                </a:solidFill>
              </a:rPr>
              <a:t>Задачи</a:t>
            </a:r>
            <a:r>
              <a:rPr lang="en" sz="2400" dirty="0">
                <a:solidFill>
                  <a:srgbClr val="000000"/>
                </a:solidFill>
              </a:rPr>
              <a:t>: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1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2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3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4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graphicFrame>
        <p:nvGraphicFramePr>
          <p:cNvPr id="71" name="Google Shape;71;p15"/>
          <p:cNvGraphicFramePr/>
          <p:nvPr/>
        </p:nvGraphicFramePr>
        <p:xfrm>
          <a:off x="311675" y="1536625"/>
          <a:ext cx="7913100" cy="4021170"/>
        </p:xfrm>
        <a:graphic>
          <a:graphicData uri="http://schemas.openxmlformats.org/drawingml/2006/table">
            <a:tbl>
              <a:tblPr>
                <a:noFill/>
                <a:tableStyleId>{5A463D2F-6552-4F58-AAD4-21112E0C4F76}</a:tableStyleId>
              </a:tblPr>
              <a:tblGrid>
                <a:gridCol w="197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Импорт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Экспорт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Скорость, Кб/с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1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2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0.3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3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0.6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dirty="0"/>
                        <a:t>App 4</a:t>
                      </a:r>
                      <a:endParaRPr sz="2400" dirty="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dirty="0"/>
                        <a:t>100</a:t>
                      </a:r>
                      <a:endParaRPr sz="2400" dirty="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032BD5FB-493F-4C07-BAFD-02CA4E358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Задача 2</a:t>
            </a:r>
            <a:endParaRPr dirty="0"/>
          </a:p>
        </p:txBody>
      </p:sp>
      <p:sp>
        <p:nvSpPr>
          <p:cNvPr id="79" name="Google Shape;79;p1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56875"/>
            <a:ext cx="9144000" cy="4512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Текст 6">
            <a:extLst>
              <a:ext uri="{FF2B5EF4-FFF2-40B4-BE49-F238E27FC236}">
                <a16:creationId xmlns:a16="http://schemas.microsoft.com/office/drawing/2014/main" id="{854A68A3-C3EC-4398-832D-E11F10729A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3</a:t>
            </a:r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размещения формулы в на слайде.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где Si - элементы последовательности, Ki - функционалы над пространством.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87" name="Google Shape;87;p1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7900" y="2065775"/>
            <a:ext cx="3488199" cy="182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4</a:t>
            </a:r>
            <a:endParaRPr/>
          </a:p>
        </p:txBody>
      </p:sp>
      <p:sp>
        <p:nvSpPr>
          <p:cNvPr id="95" name="Google Shape;95;p1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 rotWithShape="1">
          <a:blip r:embed="rId3">
            <a:alphaModFix/>
          </a:blip>
          <a:srcRect l="2343"/>
          <a:stretch/>
        </p:blipFill>
        <p:spPr>
          <a:xfrm>
            <a:off x="4699900" y="1509913"/>
            <a:ext cx="4437586" cy="227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 rotWithShape="1">
          <a:blip r:embed="rId4">
            <a:alphaModFix/>
          </a:blip>
          <a:srcRect l="2629"/>
          <a:stretch/>
        </p:blipFill>
        <p:spPr>
          <a:xfrm>
            <a:off x="70700" y="1536575"/>
            <a:ext cx="4487788" cy="221716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84842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А</a:t>
            </a:r>
            <a:endParaRPr sz="2400" b="1"/>
          </a:p>
        </p:txBody>
      </p:sp>
      <p:sp>
        <p:nvSpPr>
          <p:cNvPr id="99" name="Google Shape;99;p18"/>
          <p:cNvSpPr txBox="1"/>
          <p:nvPr/>
        </p:nvSpPr>
        <p:spPr>
          <a:xfrm>
            <a:off x="532367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B</a:t>
            </a:r>
            <a:endParaRPr sz="2400" b="1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2405077-5ACB-4C01-9A35-930D41B80C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Заключение</a:t>
            </a:r>
            <a:endParaRPr/>
          </a:p>
        </p:txBody>
      </p:sp>
      <p:sp>
        <p:nvSpPr>
          <p:cNvPr id="105" name="Google Shape;105;p19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Проделанный обзор методов показал необходимость разработки ...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Сформулированы критерии ...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Спроектировано и опубликовано приложение для …, позволяющее ….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Экспериментальное исследование скорости работы приложения показало, что …. На 10000% быстрее чем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Дальнейшие направления исследований включают в себя ...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106" name="Google Shape;106;p1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Апробация работы</a:t>
            </a:r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body" idx="1"/>
          </p:nvPr>
        </p:nvSpPr>
        <p:spPr>
          <a:xfrm>
            <a:off x="311700" y="1268300"/>
            <a:ext cx="8709300" cy="48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«Почему важно указывать все свои результаты во время защиты диплома?» // Конференция ППС СПбГЭТУ «ЛЭТИ», 2019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Иванов И.И., Петров П.П. Как сформировать впечатление в процессе защиты // Известия СПБГЭТУ “ЛЭТИ”. 2019. Т. 42. № 13. С. 299–315.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Репозиторий проекта </a:t>
            </a:r>
            <a:r>
              <a:rPr lang="en" sz="2400" u="sng">
                <a:solidFill>
                  <a:srgbClr val="00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https://github.org/my_diploma_sources_repo</a:t>
            </a:r>
            <a:r>
              <a:rPr lang="en" sz="2400">
                <a:solidFill>
                  <a:srgbClr val="000000"/>
                </a:solidFill>
              </a:rPr>
              <a:t>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Опубликованное приложение   </a:t>
            </a:r>
            <a:r>
              <a:rPr lang="en" sz="2400" u="sng">
                <a:solidFill>
                  <a:schemeClr val="hlink"/>
                </a:solidFill>
                <a:hlinkClick r:id="rId4"/>
              </a:rPr>
              <a:t>LINK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Развернутое приложение в сети Интернет </a:t>
            </a:r>
            <a:r>
              <a:rPr lang="en" sz="2400" u="sng">
                <a:solidFill>
                  <a:srgbClr val="00000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https://my_web_app.com/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113" name="Google Shape;113;p2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6000" y="3741300"/>
            <a:ext cx="1905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0"/>
          <p:cNvSpPr txBox="1"/>
          <p:nvPr/>
        </p:nvSpPr>
        <p:spPr>
          <a:xfrm>
            <a:off x="7223375" y="5649425"/>
            <a:ext cx="16089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DEMO</a:t>
            </a: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311700" y="3047242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Запасные слайды</a:t>
            </a:r>
            <a:endParaRPr/>
          </a:p>
        </p:txBody>
      </p:sp>
      <p:sp>
        <p:nvSpPr>
          <p:cNvPr id="121" name="Google Shape;121;p2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Практическая значимость</a:t>
            </a:r>
            <a:endParaRPr/>
          </a:p>
        </p:txBody>
      </p:sp>
      <p:sp>
        <p:nvSpPr>
          <p:cNvPr id="127" name="Google Shape;127;p2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pic>
        <p:nvPicPr>
          <p:cNvPr id="128" name="Google Shape;12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8600" y="1356874"/>
            <a:ext cx="5406800" cy="45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2"/>
          <p:cNvSpPr txBox="1"/>
          <p:nvPr/>
        </p:nvSpPr>
        <p:spPr>
          <a:xfrm>
            <a:off x="576500" y="5924825"/>
            <a:ext cx="7745400" cy="7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Ускорение обработки при горизонтальном масштабировании.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316</Words>
  <Application>Microsoft Office PowerPoint</Application>
  <PresentationFormat>Экран (4:3)</PresentationFormat>
  <Paragraphs>71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2" baseType="lpstr">
      <vt:lpstr>Arial</vt:lpstr>
      <vt:lpstr>Simple Light</vt:lpstr>
      <vt:lpstr>Тема дипломной работы</vt:lpstr>
      <vt:lpstr>Цель и задачи</vt:lpstr>
      <vt:lpstr>Презентация PowerPoint</vt:lpstr>
      <vt:lpstr>Задача 2</vt:lpstr>
      <vt:lpstr>Задача 3</vt:lpstr>
      <vt:lpstr>Задача 4</vt:lpstr>
      <vt:lpstr>Заключение</vt:lpstr>
      <vt:lpstr>Апробация работы</vt:lpstr>
      <vt:lpstr>Запасные слайды</vt:lpstr>
      <vt:lpstr>Практическая значимость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дипломной работы</dc:title>
  <dc:creator>AlphaXeon</dc:creator>
  <cp:lastModifiedBy>Kilka s Tomatami</cp:lastModifiedBy>
  <cp:revision>6</cp:revision>
  <dcterms:modified xsi:type="dcterms:W3CDTF">2026-05-05T19:58:08Z</dcterms:modified>
</cp:coreProperties>
</file>