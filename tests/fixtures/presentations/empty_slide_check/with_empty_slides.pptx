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Office PowerPoint</Application>
  <PresentationFormat>Экран (4:3)</PresentationFormat>
  <Paragraphs>64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Презентация PowerPoint</vt:lpstr>
      <vt:lpstr>Задача 1</vt:lpstr>
      <vt:lpstr>Презентация PowerPoint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4</cp:revision>
  <dcterms:modified xsi:type="dcterms:W3CDTF">2026-05-05T19:55:45Z</dcterms:modified>
</cp:coreProperties>
</file>