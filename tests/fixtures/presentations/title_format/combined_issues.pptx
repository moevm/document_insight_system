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</a:t>
            </a:r>
            <a:br>
              <a:rPr lang="ru-RU"/>
            </a:br>
            <a:r>
              <a:rPr lang="en"/>
              <a:t>1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357</Words>
  <Application>Microsoft Office PowerPoint</Application>
  <PresentationFormat>Экран (4:3)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Презентация PowerPoint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10</cp:revision>
  <dcterms:modified xsi:type="dcterms:W3CDTF">2026-05-05T20:41:28Z</dcterms:modified>
</cp:coreProperties>
</file>