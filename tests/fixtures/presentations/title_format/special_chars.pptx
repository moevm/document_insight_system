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/>
              <a:t>Цель</a:t>
            </a:r>
            <a:r>
              <a:rPr lang="en-US" dirty="0"/>
              <a:t>\x0b</a:t>
            </a:r>
            <a:r>
              <a:rPr lang="ru-RU" dirty="0"/>
              <a:t>и</a:t>
            </a:r>
            <a:r>
              <a:rPr lang="en-US"/>
              <a:t>\x0b</a:t>
            </a:r>
            <a:r>
              <a:rPr lang="ru-RU"/>
              <a:t>задачи</a:t>
            </a:r>
            <a:endParaRPr lang="ru-RU"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1</a:t>
            </a:r>
            <a:endParaRPr dirty="0"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363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Цель\x0bи\x0bзадачи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11</cp:revision>
  <dcterms:modified xsi:type="dcterms:W3CDTF">2026-05-05T20:42:22Z</dcterms:modified>
</cp:coreProperties>
</file>