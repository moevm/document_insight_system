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8" r:id="rId9"/>
    <p:sldId id="269" r:id="rId10"/>
    <p:sldId id="266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7195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87063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55152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215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3729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Актуальность исследования</a:t>
            </a:r>
            <a:endParaRPr dirty="0"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1454798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Практическая значимость</a:t>
            </a:r>
            <a:endParaRPr dirty="0"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210090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Научная новизна</a:t>
            </a:r>
            <a:endParaRPr dirty="0"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193812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495</Words>
  <Application>Microsoft Office PowerPoint</Application>
  <PresentationFormat>Экран (4:3)</PresentationFormat>
  <Paragraphs>101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6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3</vt:lpstr>
      <vt:lpstr>Задача 4</vt:lpstr>
      <vt:lpstr>Актуальность исследования</vt:lpstr>
      <vt:lpstr>Практическая значимость</vt:lpstr>
      <vt:lpstr>Научная новизна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5</cp:revision>
  <dcterms:modified xsi:type="dcterms:W3CDTF">2026-05-05T20:24:03Z</dcterms:modified>
</cp:coreProperties>
</file>