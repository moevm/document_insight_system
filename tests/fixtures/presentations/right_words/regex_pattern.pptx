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967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270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В 2023 году проект был завершен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83105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В 2024 планируется внедрение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429420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441</Words>
  <Application>Microsoft Office PowerPoint</Application>
  <PresentationFormat>Экран (4:3)</PresentationFormat>
  <Paragraphs>88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В 2023 году проект был завершен</vt:lpstr>
      <vt:lpstr>В 2024 планируется внедрение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7</cp:revision>
  <dcterms:modified xsi:type="dcterms:W3CDTF">2026-05-05T20:25:19Z</dcterms:modified>
</cp:coreProperties>
</file>