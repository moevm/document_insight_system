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br>
              <a:rPr lang="ru-RU"/>
            </a:br>
            <a:r>
              <a:rPr lang="ru-RU"/>
              <a:t>Актуальность темы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362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 Актуальность темы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8</cp:revision>
  <dcterms:modified xsi:type="dcterms:W3CDTF">2026-05-05T20:25:53Z</dcterms:modified>
</cp:coreProperties>
</file>