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</a:t>
            </a:r>
            <a:r>
              <a:rPr lang="en" sz="2400" dirty="0">
                <a:solidFill>
                  <a:srgbClr val="000000"/>
                </a:solidFill>
              </a:rPr>
              <a:t>А - левый график, В - правый график.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Апробация работы</a:t>
            </a:r>
            <a:endParaRPr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348</Words>
  <Application>Microsoft Office PowerPoint</Application>
  <PresentationFormat>Экран (4:3)</PresentationFormat>
  <Paragraphs>73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2026-05-05T20:18:16Z</dcterms:modified>
</cp:coreProperties>
</file>