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9707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Анализ данных</a:t>
            </a:r>
            <a:endParaRPr dirty="0"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000000"/>
                </a:solidFill>
              </a:rPr>
              <a:t>Анализ данных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2061869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Апробация работы</a:t>
            </a:r>
            <a:endParaRPr dirty="0"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Практическая значимость</a:t>
            </a:r>
            <a:endParaRPr dirty="0"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Ускорение обработки при горизонтальном масштабировании.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366</Words>
  <Application>Microsoft Office PowerPoint</Application>
  <PresentationFormat>Экран (4:3)</PresentationFormat>
  <Paragraphs>81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3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Анализ данных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5</cp:revision>
  <dcterms:modified xsi:type="dcterms:W3CDTF">2026-05-05T20:19:23Z</dcterms:modified>
</cp:coreProperties>
</file>