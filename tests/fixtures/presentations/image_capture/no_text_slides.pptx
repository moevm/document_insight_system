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  <p:pic>
        <p:nvPicPr>
          <p:cNvPr id="6" name="Google Shape;97;p18">
            <a:extLst>
              <a:ext uri="{FF2B5EF4-FFF2-40B4-BE49-F238E27FC236}">
                <a16:creationId xmlns:a16="http://schemas.microsoft.com/office/drawing/2014/main" id="{449D28A4-2C64-4A54-AC73-2D7247B765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29"/>
          <a:stretch/>
        </p:blipFill>
        <p:spPr>
          <a:xfrm>
            <a:off x="2178900" y="859600"/>
            <a:ext cx="4487788" cy="221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5" name="Google Shape;97;p18">
            <a:extLst>
              <a:ext uri="{FF2B5EF4-FFF2-40B4-BE49-F238E27FC236}">
                <a16:creationId xmlns:a16="http://schemas.microsoft.com/office/drawing/2014/main" id="{8DCEDA46-FD8A-406F-A69C-EA13A65FB9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29"/>
          <a:stretch/>
        </p:blipFill>
        <p:spPr>
          <a:xfrm>
            <a:off x="2949367" y="3937568"/>
            <a:ext cx="4487788" cy="221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>
            <p:extLst>
              <p:ext uri="{D42A27DB-BD31-4B8C-83A1-F6EECF244321}">
                <p14:modId xmlns:p14="http://schemas.microsoft.com/office/powerpoint/2010/main" val="1364919110"/>
              </p:ext>
            </p:extLst>
          </p:nvPr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App 2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App 4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100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Пример таблицы сравнения аналогов.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3</a:t>
            </a:r>
            <a:endParaRPr dirty="0"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5" name="Google Shape;97;p18">
            <a:extLst>
              <a:ext uri="{FF2B5EF4-FFF2-40B4-BE49-F238E27FC236}">
                <a16:creationId xmlns:a16="http://schemas.microsoft.com/office/drawing/2014/main" id="{43535F12-E96E-4C3B-8AD2-9B0BD3B07F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29"/>
          <a:stretch/>
        </p:blipFill>
        <p:spPr>
          <a:xfrm>
            <a:off x="4174067" y="647867"/>
            <a:ext cx="1544354" cy="762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4" name="Google Shape;97;p18">
            <a:extLst>
              <a:ext uri="{FF2B5EF4-FFF2-40B4-BE49-F238E27FC236}">
                <a16:creationId xmlns:a16="http://schemas.microsoft.com/office/drawing/2014/main" id="{FDF2AFF9-1085-4A01-8DAE-0CA18B4A98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29"/>
          <a:stretch/>
        </p:blipFill>
        <p:spPr>
          <a:xfrm>
            <a:off x="2212767" y="3810742"/>
            <a:ext cx="4487788" cy="221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351</Words>
  <Application>Microsoft Office PowerPoint</Application>
  <PresentationFormat>Экран (4:3)</PresentationFormat>
  <Paragraphs>74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5</cp:revision>
  <dcterms:modified xsi:type="dcterms:W3CDTF">2026-05-05T20:16:58Z</dcterms:modified>
</cp:coreProperties>
</file>