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>
            <p:extLst>
              <p:ext uri="{D42A27DB-BD31-4B8C-83A1-F6EECF244321}">
                <p14:modId xmlns:p14="http://schemas.microsoft.com/office/powerpoint/2010/main" val="1364919110"/>
              </p:ext>
            </p:extLst>
          </p:nvPr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App 2</a:t>
                      </a:r>
                      <a:endParaRPr sz="2400" dirty="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App 4</a:t>
                      </a:r>
                      <a:endParaRPr sz="2400" dirty="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100</a:t>
                      </a:r>
                      <a:endParaRPr sz="2400" dirty="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/>
              <a:t>С</a:t>
            </a:r>
            <a:r>
              <a:rPr lang="en" sz="2400" dirty="0"/>
              <a:t>равнени</a:t>
            </a:r>
            <a:r>
              <a:rPr lang="ru-RU" sz="2400" dirty="0"/>
              <a:t>е</a:t>
            </a:r>
            <a:r>
              <a:rPr lang="en" sz="2400" dirty="0"/>
              <a:t> аналогов.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3</a:t>
            </a:r>
            <a:endParaRPr dirty="0"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</a:rPr>
              <a:t>Подмножества </a:t>
            </a:r>
            <a:r>
              <a:rPr lang="en" sz="2400">
                <a:solidFill>
                  <a:srgbClr val="000000"/>
                </a:solidFill>
              </a:rPr>
              <a:t>на </a:t>
            </a:r>
            <a:r>
              <a:rPr lang="en" sz="2400" dirty="0">
                <a:solidFill>
                  <a:srgbClr val="000000"/>
                </a:solidFill>
              </a:rPr>
              <a:t>слайде.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Ускорение обработки при горизонтальном масштабировании.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356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4</cp:revision>
  <dcterms:modified xsi:type="dcterms:W3CDTF">2026-05-05T20:13:56Z</dcterms:modified>
</cp:coreProperties>
</file>