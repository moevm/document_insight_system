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Задачи работы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Задачи: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Решить проблему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>
                <a:solidFill>
                  <a:srgbClr val="000000"/>
                </a:solidFill>
              </a:rPr>
              <a:t>- Разработать решение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98B8C0-51AB-44E0-9E1B-1A9F33579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Задачи: - Создать прототип - Реализовать функционал</a:t>
            </a:r>
            <a:r>
              <a:rPr kumimoji="0" lang="ru-RU" altLang="ru-RU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364</Words>
  <Application>Microsoft Office PowerPoint</Application>
  <PresentationFormat>Экран (4:3)</PresentationFormat>
  <Paragraphs>75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Menlo</vt:lpstr>
      <vt:lpstr>Simple Light</vt:lpstr>
      <vt:lpstr>Тема дипломной работы</vt:lpstr>
      <vt:lpstr>Задачи работы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5</cp:revision>
  <dcterms:modified xsi:type="dcterms:W3CDTF">2026-05-05T20:39:06Z</dcterms:modified>
</cp:coreProperties>
</file>