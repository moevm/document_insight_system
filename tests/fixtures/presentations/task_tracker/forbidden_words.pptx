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Задачи: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Решить проблему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 dirty="0">
                <a:solidFill>
                  <a:srgbClr val="000000"/>
                </a:solidFill>
              </a:rPr>
              <a:t>- Описать алгоритм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ru-RU" sz="2400" b="1">
                <a:solidFill>
                  <a:srgbClr val="000000"/>
                </a:solidFill>
              </a:rPr>
              <a:t>- Доделать презентацию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CCD749-9ACD-4DBB-892C-E4EFF7F23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Задачи: - Решить проблему - Описать алгоритм - Доделать презентацию</a:t>
            </a:r>
            <a:r>
              <a:rPr kumimoji="0" lang="ru-RU" altLang="ru-RU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Menlo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5</cp:revision>
  <dcterms:modified xsi:type="dcterms:W3CDTF">2026-05-05T20:36:39Z</dcterms:modified>
</cp:coreProperties>
</file>