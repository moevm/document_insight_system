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CCD749-9ACD-4DBB-892C-E4EFF7F23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Задачи: - Решить проблему - Описать алгоритм - Доделать презентацию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Экран (4:3)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Menlo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2026-05-05T20:36:18Z</dcterms:modified>
</cp:coreProperties>
</file>