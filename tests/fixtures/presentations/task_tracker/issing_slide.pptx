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</a:t>
            </a:r>
            <a:r>
              <a:rPr lang="en" dirty="0"/>
              <a:t>ель и </a:t>
            </a:r>
            <a:r>
              <a:rPr lang="ru-RU" dirty="0"/>
              <a:t>б</a:t>
            </a:r>
            <a:r>
              <a:rPr lang="en" dirty="0"/>
              <a:t>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000000"/>
                </a:solidFill>
              </a:rPr>
              <a:t>М</a:t>
            </a:r>
            <a:r>
              <a:rPr lang="en" sz="2400" b="1" dirty="0">
                <a:solidFill>
                  <a:srgbClr val="000000"/>
                </a:solidFill>
              </a:rPr>
              <a:t>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000000"/>
                </a:solidFill>
              </a:rPr>
              <a:t>Б</a:t>
            </a:r>
            <a:r>
              <a:rPr lang="en" sz="2400" b="1" dirty="0">
                <a:solidFill>
                  <a:srgbClr val="000000"/>
                </a:solidFill>
              </a:rPr>
              <a:t>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Б</a:t>
            </a:r>
            <a:r>
              <a:rPr lang="en" sz="2400" dirty="0">
                <a:solidFill>
                  <a:srgbClr val="000000"/>
                </a:solidFill>
              </a:rPr>
              <a:t>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Б</a:t>
            </a:r>
            <a:r>
              <a:rPr lang="en" sz="2400" dirty="0">
                <a:solidFill>
                  <a:srgbClr val="000000"/>
                </a:solidFill>
              </a:rPr>
              <a:t>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Б</a:t>
            </a:r>
            <a:r>
              <a:rPr lang="en" sz="2400" dirty="0">
                <a:solidFill>
                  <a:srgbClr val="000000"/>
                </a:solidFill>
              </a:rPr>
              <a:t>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Б</a:t>
            </a:r>
            <a:r>
              <a:rPr lang="en" sz="2400">
                <a:solidFill>
                  <a:srgbClr val="000000"/>
                </a:solidFill>
              </a:rPr>
              <a:t>адача </a:t>
            </a:r>
            <a:r>
              <a:rPr lang="en" sz="2400" dirty="0">
                <a:solidFill>
                  <a:srgbClr val="000000"/>
                </a:solidFill>
              </a:rPr>
              <a:t>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367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Мель и бадачи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6</cp:revision>
  <dcterms:modified xsi:type="dcterms:W3CDTF">2026-05-05T20:37:31Z</dcterms:modified>
</cp:coreProperties>
</file>