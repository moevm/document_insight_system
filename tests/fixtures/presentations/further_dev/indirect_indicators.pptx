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3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Задача 4</a:t>
            </a: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Заключение</a:t>
            </a:r>
            <a:endParaRPr dirty="0"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81000">
              <a:buClr>
                <a:schemeClr val="dk1"/>
              </a:buClr>
              <a:buSzPts val="2400"/>
            </a:pPr>
            <a:r>
              <a:rPr lang="ru-RU" sz="2400" dirty="0">
                <a:solidFill>
                  <a:schemeClr val="dk1"/>
                </a:solidFill>
              </a:rPr>
              <a:t>В будущем планируется расширение функциональности.</a:t>
            </a:r>
          </a:p>
          <a:p>
            <a:pPr lvl="0" indent="-381000">
              <a:buClr>
                <a:schemeClr val="dk1"/>
              </a:buClr>
              <a:buSzPts val="2400"/>
            </a:pPr>
            <a:r>
              <a:rPr lang="ru-RU" sz="2400" dirty="0">
                <a:solidFill>
                  <a:schemeClr val="dk1"/>
                </a:solidFill>
              </a:rPr>
              <a:t>Перспективным направлением является интеграция с внешними сервисами.</a:t>
            </a:r>
          </a:p>
          <a:p>
            <a:pPr lvl="0" indent="-381000">
              <a:buClr>
                <a:schemeClr val="dk1"/>
              </a:buClr>
              <a:buSzPts val="2400"/>
            </a:pPr>
            <a:r>
              <a:rPr lang="ru-RU" sz="2400" dirty="0">
                <a:solidFill>
                  <a:schemeClr val="dk1"/>
                </a:solidFill>
              </a:rPr>
              <a:t>Дальнейшая работа будет направлена на оптимизацию.</a:t>
            </a:r>
            <a:endParaRPr dirty="0"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341</Words>
  <Application>Microsoft Office PowerPoint</Application>
  <PresentationFormat>Экран (4:3)</PresentationFormat>
  <Paragraphs>74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Тема дипломной работы</vt:lpstr>
      <vt:lpstr>Цель и задачи</vt:lpstr>
      <vt:lpstr>Задача 1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12</cp:revision>
  <dcterms:modified xsi:type="dcterms:W3CDTF">2026-05-05T20:09:09Z</dcterms:modified>
</cp:coreProperties>
</file>