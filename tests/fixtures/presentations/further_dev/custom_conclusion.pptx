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4</a:t>
            </a: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Выводы </a:t>
            </a:r>
            <a:r>
              <a:rPr lang="ru-RU"/>
              <a:t>и перспективы</a:t>
            </a:r>
            <a:endParaRPr dirty="0"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361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Выводы и перспективы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11</cp:revision>
  <dcterms:modified xsi:type="dcterms:W3CDTF">2026-05-05T20:08:34Z</dcterms:modified>
</cp:coreProperties>
</file>