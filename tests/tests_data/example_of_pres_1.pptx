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62" r:id="rId4"/>
    <p:sldId id="263" r:id="rId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993" y="9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Санкт-Петербург, </a:t>
            </a:r>
            <a:r>
              <a:rPr lang="en" sz="1800" dirty="0">
                <a:highlight>
                  <a:srgbClr val="FF0000"/>
                </a:highlight>
              </a:rPr>
              <a:t>ГОД</a:t>
            </a:r>
            <a:endParaRPr sz="1800" dirty="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Цель и задачи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Сформулированы критерии ...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Спроектировано и опубликовано приложение для …, позволяющее </a:t>
            </a:r>
            <a:r>
              <a:rPr lang="ru-RU" sz="2400" dirty="0">
                <a:solidFill>
                  <a:schemeClr val="dk1"/>
                </a:solidFill>
              </a:rPr>
              <a:t>отличной работы.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Экспериментальное исследование скорости работы приложения показало </a:t>
            </a:r>
            <a:r>
              <a:rPr lang="ru-RU" sz="2400" dirty="0">
                <a:solidFill>
                  <a:schemeClr val="dk1"/>
                </a:solidFill>
              </a:rPr>
              <a:t>хорошие результаты</a:t>
            </a:r>
            <a:r>
              <a:rPr lang="en" sz="2400" dirty="0">
                <a:solidFill>
                  <a:schemeClr val="dk1"/>
                </a:solidFill>
              </a:rPr>
              <a:t> На 10000% быстрее чем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Экран (4:3)</PresentationFormat>
  <Paragraphs>33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Тема дипломной работы</vt:lpstr>
      <vt:lpstr>Цель и задачи</vt:lpstr>
      <vt:lpstr>Заключение</vt:lpstr>
      <vt:lpstr>Апробация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Егор Таланин</cp:lastModifiedBy>
  <cp:revision>2</cp:revision>
  <dcterms:modified xsi:type="dcterms:W3CDTF">2026-05-06T20:59:05Z</dcterms:modified>
</cp:coreProperties>
</file>