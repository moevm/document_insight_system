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93" y="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85B7500-DD0D-F4AF-CC59-E71807B1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>
            <a:extLst>
              <a:ext uri="{FF2B5EF4-FFF2-40B4-BE49-F238E27FC236}">
                <a16:creationId xmlns:a16="http://schemas.microsoft.com/office/drawing/2014/main" id="{C344E813-5A67-0E54-4E6B-D380B50E7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>
            <a:extLst>
              <a:ext uri="{FF2B5EF4-FFF2-40B4-BE49-F238E27FC236}">
                <a16:creationId xmlns:a16="http://schemas.microsoft.com/office/drawing/2014/main" id="{2EAB0742-EF0C-A6E8-FC96-8C7F4D234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60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Актуальность: ручное распознавание 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занимает слишком много времени,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имеет низкую точность.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Цель</a:t>
            </a:r>
            <a:r>
              <a:rPr lang="en" sz="240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00"/>
                </a:solidFill>
              </a:rPr>
              <a:t>Задачи</a:t>
            </a:r>
            <a:r>
              <a:rPr lang="en" sz="2400">
                <a:solidFill>
                  <a:srgbClr val="000000"/>
                </a:solidFill>
              </a:rPr>
              <a:t>: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1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2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3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>
                <a:solidFill>
                  <a:srgbClr val="000000"/>
                </a:solidFill>
              </a:rPr>
              <a:t>Задача 4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66F4D84D-BD38-DBC7-3E09-4BBBADEC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CF19AA0-E766-51F0-D8C4-7E1DA8ED2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FB53D980-A9B7-909F-164A-A5584CA5A2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aphicFrame>
        <p:nvGraphicFramePr>
          <p:cNvPr id="71" name="Google Shape;71;p15">
            <a:extLst>
              <a:ext uri="{FF2B5EF4-FFF2-40B4-BE49-F238E27FC236}">
                <a16:creationId xmlns:a16="http://schemas.microsoft.com/office/drawing/2014/main" id="{D2350CBF-519B-ACFF-F58E-E48F799B8784}"/>
              </a:ext>
            </a:extLst>
          </p:cNvPr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789EBE6-0E5B-FAE6-D267-A373185CCCD7}"/>
              </a:ext>
            </a:extLst>
          </p:cNvPr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3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Экран (4:3)</PresentationFormat>
  <Paragraphs>93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Егор Таланин</cp:lastModifiedBy>
  <cp:revision>1</cp:revision>
  <dcterms:modified xsi:type="dcterms:W3CDTF">2026-05-06T21:03:43Z</dcterms:modified>
</cp:coreProperties>
</file>