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993" y="9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evm/document_insight_syste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Цель и задачи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Актуальность: ручное распознавание 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занимает слишком много времени,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имеет низкую точность.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00000"/>
                </a:solidFill>
              </a:rPr>
              <a:t>Цель</a:t>
            </a:r>
            <a:r>
              <a:rPr lang="en" sz="240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00000"/>
                </a:solidFill>
              </a:rPr>
              <a:t>Задачи</a:t>
            </a:r>
            <a:r>
              <a:rPr lang="en" sz="2400">
                <a:solidFill>
                  <a:srgbClr val="000000"/>
                </a:solidFill>
              </a:rPr>
              <a:t>: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>
                <a:solidFill>
                  <a:srgbClr val="000000"/>
                </a:solidFill>
              </a:rPr>
              <a:t>Задача 1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>
                <a:solidFill>
                  <a:srgbClr val="000000"/>
                </a:solidFill>
              </a:rPr>
              <a:t>Задача 2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>
                <a:solidFill>
                  <a:srgbClr val="000000"/>
                </a:solidFill>
              </a:rPr>
              <a:t>Задача 3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>
                <a:solidFill>
                  <a:srgbClr val="000000"/>
                </a:solidFill>
              </a:rPr>
              <a:t>Задача 4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2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схемы.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 dirty="0">
              <a:solidFill>
                <a:srgbClr val="000000"/>
              </a:solidFill>
            </a:endParaRPr>
          </a:p>
          <a:p>
            <a:pPr lvl="0" indent="-381000">
              <a:buClr>
                <a:srgbClr val="000000"/>
              </a:buClr>
              <a:buSzPts val="2400"/>
            </a:pPr>
            <a:r>
              <a:rPr lang="en" sz="2400" dirty="0">
                <a:solidFill>
                  <a:srgbClr val="000000"/>
                </a:solidFill>
              </a:rPr>
              <a:t>Репозиторий проекта </a:t>
            </a:r>
            <a:r>
              <a:rPr lang="en-US" sz="2400" u="sng" dirty="0">
                <a:solidFill>
                  <a:srgbClr val="000000"/>
                </a:solidFill>
                <a:hlinkClick r:id="rId3"/>
              </a:rPr>
              <a:t>https://github.com/moevm/document_insight_system</a:t>
            </a:r>
            <a:r>
              <a:rPr lang="en" sz="2400" dirty="0">
                <a:solidFill>
                  <a:srgbClr val="000000"/>
                </a:solidFill>
              </a:rPr>
              <a:t>.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 dirty="0">
                <a:solidFill>
                  <a:schemeClr val="hlink"/>
                </a:solidFill>
                <a:hlinkClick r:id="rId4"/>
              </a:rPr>
              <a:t>LINK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 dirty="0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DEMO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Егор Таланин</cp:lastModifiedBy>
  <cp:revision>1</cp:revision>
  <dcterms:modified xsi:type="dcterms:W3CDTF">2026-05-06T21:12:18Z</dcterms:modified>
</cp:coreProperties>
</file>