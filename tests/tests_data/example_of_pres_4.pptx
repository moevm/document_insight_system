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75" r:id="rId6"/>
    <p:sldId id="276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60" r:id="rId17"/>
    <p:sldId id="261" r:id="rId18"/>
    <p:sldId id="262" r:id="rId19"/>
    <p:sldId id="263" r:id="rId2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1993" y="9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859E5329-FBDA-4C05-5D92-E169C5C6D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>
            <a:extLst>
              <a:ext uri="{FF2B5EF4-FFF2-40B4-BE49-F238E27FC236}">
                <a16:creationId xmlns:a16="http://schemas.microsoft.com/office/drawing/2014/main" id="{4E9E2529-EC59-2001-2F52-8431E88EB2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>
            <a:extLst>
              <a:ext uri="{FF2B5EF4-FFF2-40B4-BE49-F238E27FC236}">
                <a16:creationId xmlns:a16="http://schemas.microsoft.com/office/drawing/2014/main" id="{EEF1B698-E545-2068-6165-F57917C1B1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67323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C158279A-7F26-E3AE-CBBE-BB506C1FF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>
            <a:extLst>
              <a:ext uri="{FF2B5EF4-FFF2-40B4-BE49-F238E27FC236}">
                <a16:creationId xmlns:a16="http://schemas.microsoft.com/office/drawing/2014/main" id="{6EF75CC5-7235-1704-15D6-3CEE91D103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>
            <a:extLst>
              <a:ext uri="{FF2B5EF4-FFF2-40B4-BE49-F238E27FC236}">
                <a16:creationId xmlns:a16="http://schemas.microsoft.com/office/drawing/2014/main" id="{70F3ACB0-2FFD-0050-B048-7410C30824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77188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8D312232-1455-850A-570D-86753C554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>
            <a:extLst>
              <a:ext uri="{FF2B5EF4-FFF2-40B4-BE49-F238E27FC236}">
                <a16:creationId xmlns:a16="http://schemas.microsoft.com/office/drawing/2014/main" id="{BA94FF55-00BB-F6B1-6C4A-FD38C9F184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>
            <a:extLst>
              <a:ext uri="{FF2B5EF4-FFF2-40B4-BE49-F238E27FC236}">
                <a16:creationId xmlns:a16="http://schemas.microsoft.com/office/drawing/2014/main" id="{C329AE4E-C786-C04F-DB55-4ABE5D9999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08911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50F37AF4-008B-77B4-555E-428CF84CF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>
            <a:extLst>
              <a:ext uri="{FF2B5EF4-FFF2-40B4-BE49-F238E27FC236}">
                <a16:creationId xmlns:a16="http://schemas.microsoft.com/office/drawing/2014/main" id="{329A9FD6-88A9-AF17-21A6-85BDCF362A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>
            <a:extLst>
              <a:ext uri="{FF2B5EF4-FFF2-40B4-BE49-F238E27FC236}">
                <a16:creationId xmlns:a16="http://schemas.microsoft.com/office/drawing/2014/main" id="{07242AFB-01CE-6261-E3AC-62E323E51E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27781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DA08A438-6EC3-701D-3D21-28CAA949C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>
            <a:extLst>
              <a:ext uri="{FF2B5EF4-FFF2-40B4-BE49-F238E27FC236}">
                <a16:creationId xmlns:a16="http://schemas.microsoft.com/office/drawing/2014/main" id="{DBEAF0D4-F116-A221-C763-AD73F3573C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>
            <a:extLst>
              <a:ext uri="{FF2B5EF4-FFF2-40B4-BE49-F238E27FC236}">
                <a16:creationId xmlns:a16="http://schemas.microsoft.com/office/drawing/2014/main" id="{4A48EFAC-914C-7D4F-788F-63E6DBEB9E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2830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DC796C99-031B-7ACD-4FBF-C5EC2E890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>
            <a:extLst>
              <a:ext uri="{FF2B5EF4-FFF2-40B4-BE49-F238E27FC236}">
                <a16:creationId xmlns:a16="http://schemas.microsoft.com/office/drawing/2014/main" id="{77F4A8ED-F959-B6E6-8311-F8160C16D0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>
            <a:extLst>
              <a:ext uri="{FF2B5EF4-FFF2-40B4-BE49-F238E27FC236}">
                <a16:creationId xmlns:a16="http://schemas.microsoft.com/office/drawing/2014/main" id="{DECAECD8-8CD6-CA32-2204-5F31E280A8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29610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D0A1E2F4-2FDD-8A19-25D6-5C5D6BF01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>
            <a:extLst>
              <a:ext uri="{FF2B5EF4-FFF2-40B4-BE49-F238E27FC236}">
                <a16:creationId xmlns:a16="http://schemas.microsoft.com/office/drawing/2014/main" id="{17C1D7B5-AB91-031C-1EC3-60FD49C870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>
            <a:extLst>
              <a:ext uri="{FF2B5EF4-FFF2-40B4-BE49-F238E27FC236}">
                <a16:creationId xmlns:a16="http://schemas.microsoft.com/office/drawing/2014/main" id="{B946B2B6-0D4C-4F41-17CA-39C29BFA24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6434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7DE8C336-4CEA-2556-AA03-FD2C30D05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>
            <a:extLst>
              <a:ext uri="{FF2B5EF4-FFF2-40B4-BE49-F238E27FC236}">
                <a16:creationId xmlns:a16="http://schemas.microsoft.com/office/drawing/2014/main" id="{A4B4AF61-2A67-BEFA-87F8-46CF11E2A1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>
            <a:extLst>
              <a:ext uri="{FF2B5EF4-FFF2-40B4-BE49-F238E27FC236}">
                <a16:creationId xmlns:a16="http://schemas.microsoft.com/office/drawing/2014/main" id="{DB18E95E-44BE-665A-34EB-80C424F211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24065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56937E88-F6A1-C5A2-26E9-1117BF86E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>
            <a:extLst>
              <a:ext uri="{FF2B5EF4-FFF2-40B4-BE49-F238E27FC236}">
                <a16:creationId xmlns:a16="http://schemas.microsoft.com/office/drawing/2014/main" id="{ED551104-08D0-B945-BD0D-7D9DE396C2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>
            <a:extLst>
              <a:ext uri="{FF2B5EF4-FFF2-40B4-BE49-F238E27FC236}">
                <a16:creationId xmlns:a16="http://schemas.microsoft.com/office/drawing/2014/main" id="{EA959D3C-CBD6-5A73-4C5C-6E7FA18CBC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31744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1D7815C3-9508-7DB0-5CBE-6A0C5DFA0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>
            <a:extLst>
              <a:ext uri="{FF2B5EF4-FFF2-40B4-BE49-F238E27FC236}">
                <a16:creationId xmlns:a16="http://schemas.microsoft.com/office/drawing/2014/main" id="{39DB13D5-F91B-7189-17BF-51D8A3A1AE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>
            <a:extLst>
              <a:ext uri="{FF2B5EF4-FFF2-40B4-BE49-F238E27FC236}">
                <a16:creationId xmlns:a16="http://schemas.microsoft.com/office/drawing/2014/main" id="{02F85EEB-E8BD-9A43-E746-B49202D04B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08182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D16397DE-34BF-B092-B9D2-335995CE7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>
            <a:extLst>
              <a:ext uri="{FF2B5EF4-FFF2-40B4-BE49-F238E27FC236}">
                <a16:creationId xmlns:a16="http://schemas.microsoft.com/office/drawing/2014/main" id="{25A83DCA-0C61-E1B6-4C3C-F7CC7F3C31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>
            <a:extLst>
              <a:ext uri="{FF2B5EF4-FFF2-40B4-BE49-F238E27FC236}">
                <a16:creationId xmlns:a16="http://schemas.microsoft.com/office/drawing/2014/main" id="{478264EB-D9B7-5D21-C090-DF254E7085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95110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Цель и задачи</a:t>
            </a: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Актуальность: ручное распознавание 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занимает слишком много времени,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имеет низкую точность.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000000"/>
                </a:solidFill>
              </a:rPr>
              <a:t>Цель</a:t>
            </a:r>
            <a:r>
              <a:rPr lang="en" sz="240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000000"/>
                </a:solidFill>
              </a:rPr>
              <a:t>Задачи</a:t>
            </a:r>
            <a:r>
              <a:rPr lang="en" sz="2400">
                <a:solidFill>
                  <a:srgbClr val="000000"/>
                </a:solidFill>
              </a:rPr>
              <a:t>: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>
                <a:solidFill>
                  <a:srgbClr val="000000"/>
                </a:solidFill>
              </a:rPr>
              <a:t>Задача 1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>
                <a:solidFill>
                  <a:srgbClr val="000000"/>
                </a:solidFill>
              </a:rPr>
              <a:t>Задача 2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>
                <a:solidFill>
                  <a:srgbClr val="000000"/>
                </a:solidFill>
              </a:rPr>
              <a:t>Задача 3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>
                <a:solidFill>
                  <a:srgbClr val="000000"/>
                </a:solidFill>
              </a:rPr>
              <a:t>Задача 4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2</a:t>
            </a:r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схемы.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F15C9D16-E580-5560-B5B5-17F7435DB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6F230D88-4DD1-A306-0D08-282EB871EC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2</a:t>
            </a:r>
            <a:endParaRPr/>
          </a:p>
        </p:txBody>
      </p:sp>
      <p:sp>
        <p:nvSpPr>
          <p:cNvPr id="78" name="Google Shape;78;p16">
            <a:extLst>
              <a:ext uri="{FF2B5EF4-FFF2-40B4-BE49-F238E27FC236}">
                <a16:creationId xmlns:a16="http://schemas.microsoft.com/office/drawing/2014/main" id="{3A8E00AC-53A6-4A84-D5A7-4A44698C9D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схемы.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79" name="Google Shape;79;p16">
            <a:extLst>
              <a:ext uri="{FF2B5EF4-FFF2-40B4-BE49-F238E27FC236}">
                <a16:creationId xmlns:a16="http://schemas.microsoft.com/office/drawing/2014/main" id="{31BFE50C-9DDD-56EC-F41F-A550BF33B7E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0" name="Google Shape;80;p16">
            <a:extLst>
              <a:ext uri="{FF2B5EF4-FFF2-40B4-BE49-F238E27FC236}">
                <a16:creationId xmlns:a16="http://schemas.microsoft.com/office/drawing/2014/main" id="{B75A35F4-C11F-B500-8B7B-F8B69BD01A3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2114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EADC257D-1AA3-235B-A217-29C109FFE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C02CAF33-FDCC-EFDB-D3BF-C5F99C09FF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2</a:t>
            </a:r>
            <a:endParaRPr/>
          </a:p>
        </p:txBody>
      </p:sp>
      <p:sp>
        <p:nvSpPr>
          <p:cNvPr id="78" name="Google Shape;78;p16">
            <a:extLst>
              <a:ext uri="{FF2B5EF4-FFF2-40B4-BE49-F238E27FC236}">
                <a16:creationId xmlns:a16="http://schemas.microsoft.com/office/drawing/2014/main" id="{9E2F27AA-F58D-B53F-5681-116B3CBA4E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схемы.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79" name="Google Shape;79;p16">
            <a:extLst>
              <a:ext uri="{FF2B5EF4-FFF2-40B4-BE49-F238E27FC236}">
                <a16:creationId xmlns:a16="http://schemas.microsoft.com/office/drawing/2014/main" id="{CB26390A-125B-CE49-1726-463A582754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80" name="Google Shape;80;p16">
            <a:extLst>
              <a:ext uri="{FF2B5EF4-FFF2-40B4-BE49-F238E27FC236}">
                <a16:creationId xmlns:a16="http://schemas.microsoft.com/office/drawing/2014/main" id="{B609D444-2BE6-7643-1129-AA84025D89E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1364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78841066-DF5D-FF42-7CD4-37B8A39AA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17D34E51-52E9-B5FA-9F08-F54E2DF795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2</a:t>
            </a:r>
            <a:endParaRPr/>
          </a:p>
        </p:txBody>
      </p:sp>
      <p:sp>
        <p:nvSpPr>
          <p:cNvPr id="78" name="Google Shape;78;p16">
            <a:extLst>
              <a:ext uri="{FF2B5EF4-FFF2-40B4-BE49-F238E27FC236}">
                <a16:creationId xmlns:a16="http://schemas.microsoft.com/office/drawing/2014/main" id="{A2A35112-0A52-4596-EFB6-88B24C5D59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схемы.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79" name="Google Shape;79;p16">
            <a:extLst>
              <a:ext uri="{FF2B5EF4-FFF2-40B4-BE49-F238E27FC236}">
                <a16:creationId xmlns:a16="http://schemas.microsoft.com/office/drawing/2014/main" id="{18D45C68-029B-E528-C2C1-9E37C935447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80" name="Google Shape;80;p16">
            <a:extLst>
              <a:ext uri="{FF2B5EF4-FFF2-40B4-BE49-F238E27FC236}">
                <a16:creationId xmlns:a16="http://schemas.microsoft.com/office/drawing/2014/main" id="{B53F48D1-4725-3444-0060-3357A88D0F4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9301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191A1AAE-98C0-8AA8-2040-DB6105601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97036F11-2538-4945-B1B9-4D62D74A59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2</a:t>
            </a:r>
            <a:endParaRPr/>
          </a:p>
        </p:txBody>
      </p:sp>
      <p:sp>
        <p:nvSpPr>
          <p:cNvPr id="78" name="Google Shape;78;p16">
            <a:extLst>
              <a:ext uri="{FF2B5EF4-FFF2-40B4-BE49-F238E27FC236}">
                <a16:creationId xmlns:a16="http://schemas.microsoft.com/office/drawing/2014/main" id="{6F7720CF-35E6-C951-7A0D-96263414DA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схемы.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79" name="Google Shape;79;p16">
            <a:extLst>
              <a:ext uri="{FF2B5EF4-FFF2-40B4-BE49-F238E27FC236}">
                <a16:creationId xmlns:a16="http://schemas.microsoft.com/office/drawing/2014/main" id="{696983B0-5FB5-A617-E11C-11CD68FD815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80" name="Google Shape;80;p16">
            <a:extLst>
              <a:ext uri="{FF2B5EF4-FFF2-40B4-BE49-F238E27FC236}">
                <a16:creationId xmlns:a16="http://schemas.microsoft.com/office/drawing/2014/main" id="{92C33BE3-97DC-5F87-C7D7-38D71E363DC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4461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8612BB05-274E-9052-E3FE-85745E9CE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31BB3EEC-7B89-70D7-6C29-1B01D9DAD9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2</a:t>
            </a:r>
            <a:endParaRPr/>
          </a:p>
        </p:txBody>
      </p:sp>
      <p:sp>
        <p:nvSpPr>
          <p:cNvPr id="78" name="Google Shape;78;p16">
            <a:extLst>
              <a:ext uri="{FF2B5EF4-FFF2-40B4-BE49-F238E27FC236}">
                <a16:creationId xmlns:a16="http://schemas.microsoft.com/office/drawing/2014/main" id="{94EC014B-B721-E0B9-35C8-A796795D12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схемы.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79" name="Google Shape;79;p16">
            <a:extLst>
              <a:ext uri="{FF2B5EF4-FFF2-40B4-BE49-F238E27FC236}">
                <a16:creationId xmlns:a16="http://schemas.microsoft.com/office/drawing/2014/main" id="{6C73947D-AE5D-59DC-8EFA-5E4714F2B0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80" name="Google Shape;80;p16">
            <a:extLst>
              <a:ext uri="{FF2B5EF4-FFF2-40B4-BE49-F238E27FC236}">
                <a16:creationId xmlns:a16="http://schemas.microsoft.com/office/drawing/2014/main" id="{701E0B65-A56D-34E7-8E2F-835082AE237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23790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F78FCB81-A2FC-4EC6-6586-4EC809CBC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257FA802-0BA5-D2D5-B2E5-DF20032639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2</a:t>
            </a:r>
            <a:endParaRPr/>
          </a:p>
        </p:txBody>
      </p:sp>
      <p:sp>
        <p:nvSpPr>
          <p:cNvPr id="78" name="Google Shape;78;p16">
            <a:extLst>
              <a:ext uri="{FF2B5EF4-FFF2-40B4-BE49-F238E27FC236}">
                <a16:creationId xmlns:a16="http://schemas.microsoft.com/office/drawing/2014/main" id="{D3DE5CC6-B178-B6C2-664F-86D41A0AC3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схемы.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79" name="Google Shape;79;p16">
            <a:extLst>
              <a:ext uri="{FF2B5EF4-FFF2-40B4-BE49-F238E27FC236}">
                <a16:creationId xmlns:a16="http://schemas.microsoft.com/office/drawing/2014/main" id="{A8E876FB-9EEF-A2E1-FF02-9D19AF6BEBE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80" name="Google Shape;80;p16">
            <a:extLst>
              <a:ext uri="{FF2B5EF4-FFF2-40B4-BE49-F238E27FC236}">
                <a16:creationId xmlns:a16="http://schemas.microsoft.com/office/drawing/2014/main" id="{096F9F48-C8BB-C362-853A-D07A8051BC4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6939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461DBE64-F3C8-D2BC-45E3-2E5F59511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AA5B029F-EE07-F8E4-7BEB-C51E9EDADB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2</a:t>
            </a:r>
            <a:endParaRPr/>
          </a:p>
        </p:txBody>
      </p:sp>
      <p:sp>
        <p:nvSpPr>
          <p:cNvPr id="78" name="Google Shape;78;p16">
            <a:extLst>
              <a:ext uri="{FF2B5EF4-FFF2-40B4-BE49-F238E27FC236}">
                <a16:creationId xmlns:a16="http://schemas.microsoft.com/office/drawing/2014/main" id="{A927FC2C-B711-3E37-9D91-3CBB61DE59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схемы.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79" name="Google Shape;79;p16">
            <a:extLst>
              <a:ext uri="{FF2B5EF4-FFF2-40B4-BE49-F238E27FC236}">
                <a16:creationId xmlns:a16="http://schemas.microsoft.com/office/drawing/2014/main" id="{B2935D4D-BBEA-5B43-33DF-0D01765D5F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80" name="Google Shape;80;p16">
            <a:extLst>
              <a:ext uri="{FF2B5EF4-FFF2-40B4-BE49-F238E27FC236}">
                <a16:creationId xmlns:a16="http://schemas.microsoft.com/office/drawing/2014/main" id="{857CE6AF-8B25-01B4-F9FF-BD74BB194F0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52324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EFB9D23B-4AB2-97FD-1DA7-DE77BBD1D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07331175-A258-FD4A-AC7D-BFF31454BB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2</a:t>
            </a:r>
            <a:endParaRPr/>
          </a:p>
        </p:txBody>
      </p:sp>
      <p:sp>
        <p:nvSpPr>
          <p:cNvPr id="78" name="Google Shape;78;p16">
            <a:extLst>
              <a:ext uri="{FF2B5EF4-FFF2-40B4-BE49-F238E27FC236}">
                <a16:creationId xmlns:a16="http://schemas.microsoft.com/office/drawing/2014/main" id="{0CFFFEAE-27E5-5E2B-696C-30784FBDCD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схемы.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79" name="Google Shape;79;p16">
            <a:extLst>
              <a:ext uri="{FF2B5EF4-FFF2-40B4-BE49-F238E27FC236}">
                <a16:creationId xmlns:a16="http://schemas.microsoft.com/office/drawing/2014/main" id="{F82966F3-1DC4-F8A3-8D2E-18A4011803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80" name="Google Shape;80;p16">
            <a:extLst>
              <a:ext uri="{FF2B5EF4-FFF2-40B4-BE49-F238E27FC236}">
                <a16:creationId xmlns:a16="http://schemas.microsoft.com/office/drawing/2014/main" id="{D97E14B3-CE14-BFAF-AEDC-FA40C14F1A8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4418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7D8A4914-56B0-EE36-DB35-9E4D05834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F4180AC8-119E-17D4-0F5F-B956C49A7F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2</a:t>
            </a:r>
            <a:endParaRPr/>
          </a:p>
        </p:txBody>
      </p:sp>
      <p:sp>
        <p:nvSpPr>
          <p:cNvPr id="78" name="Google Shape;78;p16">
            <a:extLst>
              <a:ext uri="{FF2B5EF4-FFF2-40B4-BE49-F238E27FC236}">
                <a16:creationId xmlns:a16="http://schemas.microsoft.com/office/drawing/2014/main" id="{2B78E92E-C5BF-2544-AFDA-0E1A27F6EF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схемы.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79" name="Google Shape;79;p16">
            <a:extLst>
              <a:ext uri="{FF2B5EF4-FFF2-40B4-BE49-F238E27FC236}">
                <a16:creationId xmlns:a16="http://schemas.microsoft.com/office/drawing/2014/main" id="{6871B2B4-1316-7959-5015-294D1B38C12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pic>
        <p:nvPicPr>
          <p:cNvPr id="80" name="Google Shape;80;p16">
            <a:extLst>
              <a:ext uri="{FF2B5EF4-FFF2-40B4-BE49-F238E27FC236}">
                <a16:creationId xmlns:a16="http://schemas.microsoft.com/office/drawing/2014/main" id="{FB9E471B-6822-DBD0-8552-A05FF521A1A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70255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0AACA045-E0CF-39F5-8179-7FF16A6EB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B130A0A9-4642-EEEB-61F2-C4F64619E8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2</a:t>
            </a:r>
            <a:endParaRPr/>
          </a:p>
        </p:txBody>
      </p:sp>
      <p:sp>
        <p:nvSpPr>
          <p:cNvPr id="78" name="Google Shape;78;p16">
            <a:extLst>
              <a:ext uri="{FF2B5EF4-FFF2-40B4-BE49-F238E27FC236}">
                <a16:creationId xmlns:a16="http://schemas.microsoft.com/office/drawing/2014/main" id="{64466E80-5839-AC8B-A84D-76B079FFDE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схемы.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79" name="Google Shape;79;p16">
            <a:extLst>
              <a:ext uri="{FF2B5EF4-FFF2-40B4-BE49-F238E27FC236}">
                <a16:creationId xmlns:a16="http://schemas.microsoft.com/office/drawing/2014/main" id="{68B23DD6-D610-126A-E9B1-90A1B21C3B7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pic>
        <p:nvPicPr>
          <p:cNvPr id="80" name="Google Shape;80;p16">
            <a:extLst>
              <a:ext uri="{FF2B5EF4-FFF2-40B4-BE49-F238E27FC236}">
                <a16:creationId xmlns:a16="http://schemas.microsoft.com/office/drawing/2014/main" id="{90C0B541-7086-06B1-358D-F23BF5B4E4A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7548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EA8014B2-909B-0B90-EB10-B59ADEFEE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5D00DE99-AAF0-5061-D4BB-37FC77FEE4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2</a:t>
            </a:r>
            <a:endParaRPr/>
          </a:p>
        </p:txBody>
      </p:sp>
      <p:sp>
        <p:nvSpPr>
          <p:cNvPr id="78" name="Google Shape;78;p16">
            <a:extLst>
              <a:ext uri="{FF2B5EF4-FFF2-40B4-BE49-F238E27FC236}">
                <a16:creationId xmlns:a16="http://schemas.microsoft.com/office/drawing/2014/main" id="{EC0DBD1F-E51C-F4E3-CB54-3423A84DF5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схемы.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79" name="Google Shape;79;p16">
            <a:extLst>
              <a:ext uri="{FF2B5EF4-FFF2-40B4-BE49-F238E27FC236}">
                <a16:creationId xmlns:a16="http://schemas.microsoft.com/office/drawing/2014/main" id="{AA72CDEA-5F47-6572-DFFA-0C31FB11FD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pic>
        <p:nvPicPr>
          <p:cNvPr id="80" name="Google Shape;80;p16">
            <a:extLst>
              <a:ext uri="{FF2B5EF4-FFF2-40B4-BE49-F238E27FC236}">
                <a16:creationId xmlns:a16="http://schemas.microsoft.com/office/drawing/2014/main" id="{2789583A-6F57-5259-5810-97259625262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739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413</Words>
  <Application>Microsoft Office PowerPoint</Application>
  <PresentationFormat>Экран (4:3)</PresentationFormat>
  <Paragraphs>104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1" baseType="lpstr">
      <vt:lpstr>Arial</vt:lpstr>
      <vt:lpstr>Simple Light</vt:lpstr>
      <vt:lpstr>Тема дипломной работы</vt:lpstr>
      <vt:lpstr>Цель и задачи</vt:lpstr>
      <vt:lpstr>Задача 1</vt:lpstr>
      <vt:lpstr>Задача 2</vt:lpstr>
      <vt:lpstr>Задача 2</vt:lpstr>
      <vt:lpstr>Задача 2</vt:lpstr>
      <vt:lpstr>Задача 2</vt:lpstr>
      <vt:lpstr>Задача 2</vt:lpstr>
      <vt:lpstr>Задача 2</vt:lpstr>
      <vt:lpstr>Задача 2</vt:lpstr>
      <vt:lpstr>Задача 2</vt:lpstr>
      <vt:lpstr>Задача 2</vt:lpstr>
      <vt:lpstr>Задача 2</vt:lpstr>
      <vt:lpstr>Задача 2</vt:lpstr>
      <vt:lpstr>Задача 2</vt:lpstr>
      <vt:lpstr>Задача 3</vt:lpstr>
      <vt:lpstr>Задача 4</vt:lpstr>
      <vt:lpstr>Заключение</vt:lpstr>
      <vt:lpstr>Апробация работы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Егор Таланин</cp:lastModifiedBy>
  <cp:revision>1</cp:revision>
  <dcterms:modified xsi:type="dcterms:W3CDTF">2026-05-06T21:01:25Z</dcterms:modified>
</cp:coreProperties>
</file>